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f2f7b46df4582" /><Relationship Type="http://schemas.openxmlformats.org/officeDocument/2006/relationships/extended-properties" Target="/docProps/app.xml" Id="R4f30923bad8f4dc4" /><Relationship Type="http://schemas.openxmlformats.org/officeDocument/2006/relationships/officeDocument" Target="/ppt/presentation.xml" Id="R2139f8018d3b419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60e06ebb7e64e32"/>
  </p:sldMasterIdLst>
  <p:notesMasterIdLst>
    <p:notesMasterId xmlns:r="http://schemas.openxmlformats.org/officeDocument/2006/relationships" r:id="Rc28a5aac1d7b40f0"/>
  </p:notesMasterIdLst>
  <p:sldIdLst>
    <p:sldId xmlns:r="http://schemas.openxmlformats.org/officeDocument/2006/relationships" id="256" r:id="Re62b109a57634855"/>
    <p:sldId xmlns:r="http://schemas.openxmlformats.org/officeDocument/2006/relationships" id="257" r:id="R0bc6bc57bf5641bf"/>
    <p:sldId xmlns:r="http://schemas.openxmlformats.org/officeDocument/2006/relationships" id="258" r:id="R10e3d1f2550c4c1b"/>
    <p:sldId xmlns:r="http://schemas.openxmlformats.org/officeDocument/2006/relationships" id="259" r:id="Rf765821fc66f40d2"/>
    <p:sldId xmlns:r="http://schemas.openxmlformats.org/officeDocument/2006/relationships" id="260" r:id="R4fd109d8370144c4"/>
    <p:sldId xmlns:r="http://schemas.openxmlformats.org/officeDocument/2006/relationships" id="261" r:id="R7e9301c4fdce4f90"/>
    <p:sldId xmlns:r="http://schemas.openxmlformats.org/officeDocument/2006/relationships" id="262" r:id="R3fcfd65f24d440be"/>
    <p:sldId xmlns:r="http://schemas.openxmlformats.org/officeDocument/2006/relationships" id="263" r:id="R8dad74411b4747f9"/>
    <p:sldId xmlns:r="http://schemas.openxmlformats.org/officeDocument/2006/relationships" id="264" r:id="Rcd4b79a9909746db"/>
    <p:sldId xmlns:r="http://schemas.openxmlformats.org/officeDocument/2006/relationships" id="265" r:id="R44bb2e7f064c49eb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221336703a7c474c"/>
      <p:italic xmlns:r="http://schemas.openxmlformats.org/officeDocument/2006/relationships" r:id="R001f2b8fdb3142ae"/>
    </p:embeddedFont>
    <p:embeddedFont>
      <p:font typeface="Lora SemiBold"/>
      <p:regular xmlns:r="http://schemas.openxmlformats.org/officeDocument/2006/relationships" r:id="R9c18744241484ea6"/>
      <p:bold xmlns:r="http://schemas.openxmlformats.org/officeDocument/2006/relationships" r:id="R587da551bca54b95"/>
      <p:italic xmlns:r="http://schemas.openxmlformats.org/officeDocument/2006/relationships" r:id="R3a6d8ed743c24e92"/>
      <p:boldItalic xmlns:r="http://schemas.openxmlformats.org/officeDocument/2006/relationships" r:id="R822fcf3d335f4df4"/>
    </p:embeddedFont>
    <p:embeddedFont>
      <p:font typeface="OpenAI Sans"/>
      <p:regular xmlns:r="http://schemas.openxmlformats.org/officeDocument/2006/relationships" r:id="Re21600a63f91423f"/>
      <p:bold xmlns:r="http://schemas.openxmlformats.org/officeDocument/2006/relationships" r:id="R15e457c1b51042ad"/>
      <p:italic xmlns:r="http://schemas.openxmlformats.org/officeDocument/2006/relationships" r:id="R8604733cc1264d56"/>
      <p:boldItalic xmlns:r="http://schemas.openxmlformats.org/officeDocument/2006/relationships" r:id="Ra792fa149fa649db"/>
    </p:embeddedFont>
    <p:embeddedFont>
      <p:font typeface="Roboto"/>
      <p:regular xmlns:r="http://schemas.openxmlformats.org/officeDocument/2006/relationships" r:id="R2e6795a939104aea"/>
      <p:bold xmlns:r="http://schemas.openxmlformats.org/officeDocument/2006/relationships" r:id="R603e76eca8e747ce"/>
      <p:italic xmlns:r="http://schemas.openxmlformats.org/officeDocument/2006/relationships" r:id="Rec139e42cfa54bfd"/>
      <p:boldItalic xmlns:r="http://schemas.openxmlformats.org/officeDocument/2006/relationships" r:id="Rc67dbc974f8c490c"/>
    </p:embeddedFont>
    <p:embeddedFont>
      <p:font typeface="Roboto Medium"/>
      <p:regular xmlns:r="http://schemas.openxmlformats.org/officeDocument/2006/relationships" r:id="R42b0de140fd14080"/>
      <p:italic xmlns:r="http://schemas.openxmlformats.org/officeDocument/2006/relationships" r:id="R42e872b000ff459d"/>
    </p:embeddedFont>
    <p:embeddedFont>
      <p:font typeface="Roboto SemiBold"/>
      <p:regular xmlns:r="http://schemas.openxmlformats.org/officeDocument/2006/relationships" r:id="R7e219833b42448fe"/>
      <p:bold xmlns:r="http://schemas.openxmlformats.org/officeDocument/2006/relationships" r:id="R7b66c0edc7bb4288"/>
      <p:italic xmlns:r="http://schemas.openxmlformats.org/officeDocument/2006/relationships" r:id="R791075a956ba49eb"/>
      <p:boldItalic xmlns:r="http://schemas.openxmlformats.org/officeDocument/2006/relationships" r:id="Rf04098af8d88473b"/>
    </p:embeddedFont>
    <p:embeddedFont>
      <p:font typeface="Roboto Serif 14pt"/>
      <p:regular xmlns:r="http://schemas.openxmlformats.org/officeDocument/2006/relationships" r:id="Rc99904e6ba974b61"/>
      <p:bold xmlns:r="http://schemas.openxmlformats.org/officeDocument/2006/relationships" r:id="Rd57ee2a721aa4b4d"/>
      <p:italic xmlns:r="http://schemas.openxmlformats.org/officeDocument/2006/relationships" r:id="R066db2e52717460c"/>
      <p:boldItalic xmlns:r="http://schemas.openxmlformats.org/officeDocument/2006/relationships" r:id="R170edfdd9b50427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a984068f34487e" /><Relationship Type="http://schemas.openxmlformats.org/officeDocument/2006/relationships/slideMaster" Target="/ppt/slideMasters/slideMaster1.xml" Id="R360e06ebb7e64e32" /><Relationship Type="http://schemas.openxmlformats.org/officeDocument/2006/relationships/notesMaster" Target="/ppt/notesMasters/notesMaster1.xml" Id="Rc28a5aac1d7b40f0" /><Relationship Type="http://schemas.openxmlformats.org/officeDocument/2006/relationships/presProps" Target="/ppt/presProps.xml" Id="R47e1fb210f484a1f" /><Relationship Type="http://schemas.openxmlformats.org/officeDocument/2006/relationships/viewProps" Target="/ppt/viewProps.xml" Id="Rf80602aac01b4615" /><Relationship Type="http://schemas.openxmlformats.org/officeDocument/2006/relationships/tableStyles" Target="/ppt/tableStyles.xml" Id="R62ffb04b3c1942fa" /><Relationship Type="http://schemas.openxmlformats.org/officeDocument/2006/relationships/font" Target="/ppt/fonts/font.dat" Id="R221336703a7c474c" /><Relationship Type="http://schemas.openxmlformats.org/officeDocument/2006/relationships/font" Target="/ppt/fonts/font2.dat" Id="R001f2b8fdb3142ae" /><Relationship Type="http://schemas.openxmlformats.org/officeDocument/2006/relationships/font" Target="/ppt/fonts/font3.dat" Id="R9c18744241484ea6" /><Relationship Type="http://schemas.openxmlformats.org/officeDocument/2006/relationships/font" Target="/ppt/fonts/font4.dat" Id="R587da551bca54b95" /><Relationship Type="http://schemas.openxmlformats.org/officeDocument/2006/relationships/font" Target="/ppt/fonts/font5.dat" Id="R3a6d8ed743c24e92" /><Relationship Type="http://schemas.openxmlformats.org/officeDocument/2006/relationships/font" Target="/ppt/fonts/font6.dat" Id="R822fcf3d335f4df4" /><Relationship Type="http://schemas.openxmlformats.org/officeDocument/2006/relationships/font" Target="/ppt/fonts/font7.dat" Id="Re21600a63f91423f" /><Relationship Type="http://schemas.openxmlformats.org/officeDocument/2006/relationships/font" Target="/ppt/fonts/font8.dat" Id="R15e457c1b51042ad" /><Relationship Type="http://schemas.openxmlformats.org/officeDocument/2006/relationships/font" Target="/ppt/fonts/font9.dat" Id="R8604733cc1264d56" /><Relationship Type="http://schemas.openxmlformats.org/officeDocument/2006/relationships/font" Target="/ppt/fonts/font10.dat" Id="Ra792fa149fa649db" /><Relationship Type="http://schemas.openxmlformats.org/officeDocument/2006/relationships/font" Target="/ppt/fonts/font11.dat" Id="R2e6795a939104aea" /><Relationship Type="http://schemas.openxmlformats.org/officeDocument/2006/relationships/font" Target="/ppt/fonts/font12.dat" Id="R603e76eca8e747ce" /><Relationship Type="http://schemas.openxmlformats.org/officeDocument/2006/relationships/font" Target="/ppt/fonts/font13.dat" Id="Rec139e42cfa54bfd" /><Relationship Type="http://schemas.openxmlformats.org/officeDocument/2006/relationships/font" Target="/ppt/fonts/font14.dat" Id="Rc67dbc974f8c490c" /><Relationship Type="http://schemas.openxmlformats.org/officeDocument/2006/relationships/font" Target="/ppt/fonts/font15.dat" Id="R42b0de140fd14080" /><Relationship Type="http://schemas.openxmlformats.org/officeDocument/2006/relationships/font" Target="/ppt/fonts/font16.dat" Id="R42e872b000ff459d" /><Relationship Type="http://schemas.openxmlformats.org/officeDocument/2006/relationships/font" Target="/ppt/fonts/font17.dat" Id="R7e219833b42448fe" /><Relationship Type="http://schemas.openxmlformats.org/officeDocument/2006/relationships/font" Target="/ppt/fonts/font18.dat" Id="R7b66c0edc7bb4288" /><Relationship Type="http://schemas.openxmlformats.org/officeDocument/2006/relationships/font" Target="/ppt/fonts/font19.dat" Id="R791075a956ba49eb" /><Relationship Type="http://schemas.openxmlformats.org/officeDocument/2006/relationships/font" Target="/ppt/fonts/font20.dat" Id="Rf04098af8d88473b" /><Relationship Type="http://schemas.openxmlformats.org/officeDocument/2006/relationships/font" Target="/ppt/fonts/font21.dat" Id="Rc99904e6ba974b61" /><Relationship Type="http://schemas.openxmlformats.org/officeDocument/2006/relationships/font" Target="/ppt/fonts/font22.dat" Id="Rd57ee2a721aa4b4d" /><Relationship Type="http://schemas.openxmlformats.org/officeDocument/2006/relationships/font" Target="/ppt/fonts/font23.dat" Id="R066db2e52717460c" /><Relationship Type="http://schemas.openxmlformats.org/officeDocument/2006/relationships/font" Target="/ppt/fonts/font24.dat" Id="R170edfdd9b504273" /><Relationship Type="http://schemas.openxmlformats.org/officeDocument/2006/relationships/slide" Target="/ppt/slides/slide1.xml" Id="Re62b109a57634855" /><Relationship Type="http://schemas.openxmlformats.org/officeDocument/2006/relationships/slide" Target="/ppt/slides/slide2.xml" Id="R0bc6bc57bf5641bf" /><Relationship Type="http://schemas.openxmlformats.org/officeDocument/2006/relationships/slide" Target="/ppt/slides/slide3.xml" Id="R10e3d1f2550c4c1b" /><Relationship Type="http://schemas.openxmlformats.org/officeDocument/2006/relationships/slide" Target="/ppt/slides/slide4.xml" Id="Rf765821fc66f40d2" /><Relationship Type="http://schemas.openxmlformats.org/officeDocument/2006/relationships/slide" Target="/ppt/slides/slide5.xml" Id="R4fd109d8370144c4" /><Relationship Type="http://schemas.openxmlformats.org/officeDocument/2006/relationships/slide" Target="/ppt/slides/slide6.xml" Id="R7e9301c4fdce4f90" /><Relationship Type="http://schemas.openxmlformats.org/officeDocument/2006/relationships/slide" Target="/ppt/slides/slide7.xml" Id="R3fcfd65f24d440be" /><Relationship Type="http://schemas.openxmlformats.org/officeDocument/2006/relationships/slide" Target="/ppt/slides/slide8.xml" Id="R8dad74411b4747f9" /><Relationship Type="http://schemas.openxmlformats.org/officeDocument/2006/relationships/slide" Target="/ppt/slides/slide9.xml" Id="Rcd4b79a9909746db" /><Relationship Type="http://schemas.openxmlformats.org/officeDocument/2006/relationships/slide" Target="/ppt/slides/slide10.xml" Id="R44bb2e7f064c49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3e7eb0fa4649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8baaa982364a0b" /><Relationship Type="http://schemas.openxmlformats.org/officeDocument/2006/relationships/notesMaster" Target="/ppt/notesMasters/notesMaster1.xml" Id="R46c89a5d05ce4c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5f1850c6e34d79" /><Relationship Type="http://schemas.openxmlformats.org/officeDocument/2006/relationships/notesMaster" Target="/ppt/notesMasters/notesMaster1.xml" Id="R5a04bc75b25a4a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f3db4b3338436e" /><Relationship Type="http://schemas.openxmlformats.org/officeDocument/2006/relationships/notesMaster" Target="/ppt/notesMasters/notesMaster1.xml" Id="R4a3301051687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9188f6644a47fb" /><Relationship Type="http://schemas.openxmlformats.org/officeDocument/2006/relationships/notesMaster" Target="/ppt/notesMasters/notesMaster1.xml" Id="R9155a2198758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b16f14b94459e" /><Relationship Type="http://schemas.openxmlformats.org/officeDocument/2006/relationships/notesMaster" Target="/ppt/notesMasters/notesMaster1.xml" Id="R1866f9e74f6548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24902ad4c44158" /><Relationship Type="http://schemas.openxmlformats.org/officeDocument/2006/relationships/notesMaster" Target="/ppt/notesMasters/notesMaster1.xml" Id="R244b62e51ecb4e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aebc5cc25e45c7" /><Relationship Type="http://schemas.openxmlformats.org/officeDocument/2006/relationships/notesMaster" Target="/ppt/notesMasters/notesMaster1.xml" Id="Rbcead316f51746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e3d3c9446b4e2d" /><Relationship Type="http://schemas.openxmlformats.org/officeDocument/2006/relationships/notesMaster" Target="/ppt/notesMasters/notesMaster1.xml" Id="Rdf403b7d1c2144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1c69498419404a" /><Relationship Type="http://schemas.openxmlformats.org/officeDocument/2006/relationships/notesMaster" Target="/ppt/notesMasters/notesMaster1.xml" Id="R58ddef58e0aa47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629e70e6594db2" /><Relationship Type="http://schemas.openxmlformats.org/officeDocument/2006/relationships/notesMaster" Target="/ppt/notesMasters/notesMaster1.xml" Id="Ra877c271552d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deck as the naming and hierarchy baseline before adding more screens.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/Users/avp/Documents/CODEX/Witness/docs/PRODUCT_STRATEGY.md</a:t>
            </a:r>
            <a:endParaRPr/>
          </a:p>
          <a:p xmlns:a="http://schemas.openxmlformats.org/drawingml/2006/main">
            <a:r>
              <a:t>- /Users/avp/Documents/CODEX/Witness/docs/MVP_SPEC.md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product succeeds when the ritual feels meaningful, credible, and easy to repeat.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/Users/avp/Documents/CODEX/Witness/docs/PRODUCT_STRATEGY.md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Canonical distinction: Daily Species Story = the complete Today ritual. Species Card = the compact saved/share representation.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/Users/avp/Documents/CODEX/Witness/docs/MVP_SPEC.md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/Users/avp/Documents/CODEX/Witness/docs/VISUAL_REFERENCE_AUDIT.md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Today screen should remain readable as one continuous editorial surface. No separate encyclopedia-style fact maze.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/Users/avp/Documents/CODEX/Witness/docs/MVP_SPEC.md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/Users/avp/Documents/CODEX/Witness/docs/VISUAL_REFERENCE_AUDIT.md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/Users/avp/Documents/CODEX/Witness/docs/CONTENT_TRUST_AND_RIGHTS.md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Recommendation: call the expandable control Action Card, not a fold-down menu. It contains one credible action rather than a generic list.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/Users/avp/Documents/CODEX/Witness/docs/PRODUCT_STRATEGY.md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/Users/avp/Documents/CODEX/Witness/docs/MVP_SPEC.md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Archive and Witnessed have different meanings: Archive is what exists; Witnessed is what this person has personally retained.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/Users/avp/Documents/CODEX/Witness/docs/MVP_SPEC.md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/Users/avp/Documents/CODEX/Witness/docs/DECISIONS.md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complete product loop is Meet → Understand → Witness → Join → Act → Remember → Carry. This slide groups it into three simple phases.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/Users/avp/Documents/CODEX/Witness/docs/PRODUCT_STRATEGY.md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/Users/avp/Documents/CODEX/Witness/docs/MVP_SPEC.md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product states, not separate screens. The user should never lose the core story because of remote failure.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/Users/avp/Documents/CODEX/Witness/docs/MVP_SPEC.md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/Users/avp/Documents/CODEX/Witness/docs/COMPETITION_AND_RELEASE_GATES.md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dictionary is the recommended canonical vocabulary. Private Reflection is a supporting feature within the witnessed experience, not a separate content object.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/Users/avp/Documents/CODEX/Witness/docs/MVP_SPEC.md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/Users/avp/Documents/CODEX/Witness/docs/DECISIONS.md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design task is to turn the Today content order and four product states into one canonical annotated screen specification.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/Users/avp/Documents/CODEX/Witness/docs/PRODUCT_STRATEGY.md</a:t>
            </a:r>
            <a:endParaRPr/>
          </a:p>
          <a:p xmlns:a="http://schemas.openxmlformats.org/drawingml/2006/main">
            <a:r>
              <a:t>- /Users/avp/Documents/CODEX/Witness/docs/MVP_SPEC.md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0d64cc2bf4d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7b94608524d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e0544de6846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e527524964d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11109c0b644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9fb97498d44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ad4ffc4d2402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25925156d472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f072fd3ac148c5" /><Relationship Type="http://schemas.openxmlformats.org/officeDocument/2006/relationships/slideLayout" Target="/ppt/slideLayouts/slideLayout1.xml" Id="Rd6562cca6ded4b92" /><Relationship Type="http://schemas.openxmlformats.org/officeDocument/2006/relationships/slideLayout" Target="/ppt/slideLayouts/slideLayout2.xml" Id="R8615a573cf074339" /><Relationship Type="http://schemas.openxmlformats.org/officeDocument/2006/relationships/slideLayout" Target="/ppt/slideLayouts/slideLayout3.xml" Id="R960c604d3c6e4a15" /><Relationship Type="http://schemas.openxmlformats.org/officeDocument/2006/relationships/slideLayout" Target="/ppt/slideLayouts/slideLayout4.xml" Id="Ra6846bb8197949bd" /><Relationship Type="http://schemas.openxmlformats.org/officeDocument/2006/relationships/slideLayout" Target="/ppt/slideLayouts/slideLayout5.xml" Id="Rd9dd4e6e827045bf" /><Relationship Type="http://schemas.openxmlformats.org/officeDocument/2006/relationships/slideLayout" Target="/ppt/slideLayouts/slideLayout6.xml" Id="Rd219db0515be4112" /><Relationship Type="http://schemas.openxmlformats.org/officeDocument/2006/relationships/slideLayout" Target="/ppt/slideLayouts/slideLayout7.xml" Id="R655c9f42128d4c1d" /><Relationship Type="http://schemas.openxmlformats.org/officeDocument/2006/relationships/slideLayout" Target="/ppt/slideLayouts/slideLayout8.xml" Id="R9a39a117da704e4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62cca6ded4b92"/>
    <p:sldLayoutId xmlns:r="http://schemas.openxmlformats.org/officeDocument/2006/relationships" id="2147483650" r:id="R8615a573cf074339"/>
    <p:sldLayoutId xmlns:r="http://schemas.openxmlformats.org/officeDocument/2006/relationships" id="2147483651" r:id="R960c604d3c6e4a15"/>
    <p:sldLayoutId xmlns:r="http://schemas.openxmlformats.org/officeDocument/2006/relationships" id="2147483652" r:id="Ra6846bb8197949bd"/>
    <p:sldLayoutId xmlns:r="http://schemas.openxmlformats.org/officeDocument/2006/relationships" id="2147483653" r:id="Rd9dd4e6e827045bf"/>
    <p:sldLayoutId xmlns:r="http://schemas.openxmlformats.org/officeDocument/2006/relationships" id="2147483654" r:id="Rd219db0515be4112"/>
    <p:sldLayoutId xmlns:r="http://schemas.openxmlformats.org/officeDocument/2006/relationships" id="2147483655" r:id="R655c9f42128d4c1d"/>
    <p:sldLayoutId xmlns:r="http://schemas.openxmlformats.org/officeDocument/2006/relationships" id="2147483656" r:id="R9a39a117da704e4d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01642bf564c4c" /><Relationship Type="http://schemas.openxmlformats.org/officeDocument/2006/relationships/notesSlide" Target="/ppt/notesSlides/notesSlide1.xml" Id="R29f46bf4d8b14c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5a7d70ef54f86" /><Relationship Type="http://schemas.openxmlformats.org/officeDocument/2006/relationships/notesSlide" Target="/ppt/notesSlides/notesSlide2.xml" Id="R4dec5334e93a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4f7d1694e4257" /><Relationship Type="http://schemas.openxmlformats.org/officeDocument/2006/relationships/notesSlide" Target="/ppt/notesSlides/notesSlide3.xml" Id="R8cdf9b2ba08c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15419c5894b39" /><Relationship Type="http://schemas.openxmlformats.org/officeDocument/2006/relationships/notesSlide" Target="/ppt/notesSlides/notesSlide4.xml" Id="R44058d6914c140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80f19147b4e0f" /><Relationship Type="http://schemas.openxmlformats.org/officeDocument/2006/relationships/notesSlide" Target="/ppt/notesSlides/notesSlide5.xml" Id="R1bad664f227843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6d1ff804d4313" /><Relationship Type="http://schemas.openxmlformats.org/officeDocument/2006/relationships/notesSlide" Target="/ppt/notesSlides/notesSlide6.xml" Id="Rca4bb76d07c54a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adebdc57f4192" /><Relationship Type="http://schemas.openxmlformats.org/officeDocument/2006/relationships/notesSlide" Target="/ppt/notesSlides/notesSlide7.xml" Id="R348f8da2c7764c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b736a867fe441a" /><Relationship Type="http://schemas.openxmlformats.org/officeDocument/2006/relationships/notesSlide" Target="/ppt/notesSlides/notesSlide8.xml" Id="Rd7334df58cb244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e25ca15924b43" /><Relationship Type="http://schemas.openxmlformats.org/officeDocument/2006/relationships/notesSlide" Target="/ppt/notesSlides/notesSlide9.xml" Id="R5d7b215a56854b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be0ce55bd4315" /><Relationship Type="http://schemas.openxmlformats.org/officeDocument/2006/relationships/notesSlide" Target="/ppt/notesSlides/notesSlide10.xml" Id="R5135576696c14e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Witness: App Elements &amp; UX Flow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A simple product language for what each element is called, what it does, and how a person moves through the daily ritual.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AUGUST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WITNESS • PRODUCT FOUNDATION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7C90DC6A-9319-4853-B9E5-55103757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Every day, one species becomes impossible to ignore.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Witness is not an animal encyclopedia. It is a quiet daily ritual: meet one threatened or extinct species, understand its story, mark that you witnessed it, take one credible action, and keep the memory.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Call the full experience a Daily Species Story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Daily Species Story combines an emotional encounter, trustworthy understanding, and a meaningful response in one continuous Today screen.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The word “card” describes the saved or shared summary—not the whole Today experience.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 beautiful, rights-approved Species Portrait creates the first moment of attention.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SEE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Identity, story, status, place, and evidence turn an image into informed care.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UNDERSTAND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Witness, take one credible action, reflect privately, share, and remember.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RESPOND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Today is one story, told in one scroll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Large, rights-approved image with a subject-first crop. It creates attention before explanation.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screen moves from encounter to meaning to response. The overlapping editorial sheet is hierarchy—not decoration.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TODAY TAB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1. SPECIES PORTRAIT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Common name, italic scientific name, broad range, and carefully sourced status wording.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2. IDENTITY BLOCK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 one-minute editorial story: hook, memorable fact, place, lived detail, threat, and context.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3. SPECIES STORY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Witness first; then Action Card, Witness Count, Evidence &amp; Credits, reflection, and share.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4. RESPONSE LAYER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Four actions—each with a different job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Records “I saw and remember” exactly once on device. This is not a donation or outcome claim.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Witness is the ritual’s center. The other actions support memory and conservation without pretending attention equals impact.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THE PRIMARY ACTION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WITNESS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Expandable Action Card with one credible step, a short explanation, and an official destination.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TAKE ACTION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Optional private note stored on device: what moved me, surprised me, or should be remembered.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REFLECT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Creates a calm Species Card preview that carries the story—not an inflated impact claim.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The app has four places—and each earns its tab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Today’s Daily Species Story. Default destination and emotional center of the app.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Today owns the ritual. The other tabs create continuity, memory, and control without competing for attention.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FOUR-TAB SHELL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TODAY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Past species and future collections. Readable history—not a completion game.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ARCHIVE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Private saved Species Cards, streak context, and reflections that belong only to the user.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WITNESSED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Reminders, appearance, accessibility, legal, support, credits, and later purchases.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SETTINGS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2. WITNESS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Read the story, tap Witness once, see the honest confirmed state, and reveal the credible conservation action.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3. CARRY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Act, reflect, or share. The Species Card appears in Witnessed. Return tomorrow for the next story.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The general UX flow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1. ARRIVE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Open Today. Image first. On first launch, two short intro screens at most—then immediately meet the species.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 sign-in, paywall, or notification request before the first meaningful encounter. The first success is completing one honest ritual.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ARRIVE → WITNESS → CARRY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Today must feel complete in every state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Portrait, identity, story, sources, and Witness button are available. No forced sign-in or prompt.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story never disappears because a network request fails. Remote features enhance the ritual; the bundled story carries it.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STATE DESIGN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BEFORE WITNESS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Button becomes Witnessed. Honest count, Action Card, reflection, and sharing become available.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CONFIRMED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Bundled story and local Witness still work. Any remote count or link state is labeled, never invented.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OFFLINE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Today restores the witnessed state. The card remains in Witnessed with its private reflection.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RETURNING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The canonical naming dictionary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ELEMENT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USER SEES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MEANING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JOB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Daily Species Story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Full Today screen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One daily ritual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Core product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Species Portrait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Large image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The encounter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Earn attention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Identity Block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Name + status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Who it 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Orient quickly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Species Story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Short editorial text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Why it matters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Create care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Witness Button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Primary control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 remember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Record once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Witness Count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Confirmed total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Shared attention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Honest community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Action Card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Expandable action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One credible step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Enable action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Evidence &amp; Credits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Sources drawer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Proof and rights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Protect trust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Species Card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Saved/share card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Portable memory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Carry the story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Consistent names prevent us from designing the same idea three different ways. These terms are simple enough for a founder, designer, and engineer to share.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USE THESE NAMES IN DESIGN, CODE, AND CONTENT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937510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1"/>
                </a:solidFill>
              </a:rPr>
              <a:t>One species. One story. One act.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201" y="4532466"/>
            <a:ext cx="6458364" cy="138802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Everything else supports the ritual  |  Build Today first  |  Protect trust at every step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483C409D-C926-45C3-B56E-111E24D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2026-08-22T03:43:37.1970000Z</dcterms:created>
  <dcterms:modified xsi:type="dcterms:W3CDTF">2026-08-22T03:43:37.1970000Z</dcterms:modified>
</coreProperties>
</file>